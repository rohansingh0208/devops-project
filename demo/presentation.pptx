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CAMPUS RESOURCE HUB</a:t>
            </a:r>
          </a:p>
          <a:p>
            <a:pPr>
              <a:spcBef>
                <a:spcPts val="1000"/>
              </a:spcBef>
              <a:defRPr sz="2400">
                <a:solidFill>
                  <a:srgbClr val="6366F1"/>
                </a:solidFill>
              </a:defRPr>
            </a:pPr>
            <a:r>
              <a:t>Enterprise-Grade DevSecOps Pipeline &amp; Cloud-Native Deployment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Automated CI/CD • Trivy Scanning • Terraform AWS EKS • Helm • ArgoCD GitOps • Prometheus &amp; Grafana</a:t>
            </a:r>
          </a:p>
          <a:p>
            <a:pPr>
              <a:spcBef>
                <a:spcPts val="3000"/>
              </a:spcBef>
              <a:defRPr sz="1300">
                <a:solidFill>
                  <a:srgbClr val="10B981"/>
                </a:solidFill>
              </a:defRPr>
            </a:pPr>
            <a:r>
              <a:t>Author: Rohan Singh | GitHub: https://github.com/RohanSingh0208/DevOps-Project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1. Project Overview &amp;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Campus Resource Hub Problem Context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Disorganized Campus Facilities: Colleges struggle with conflicting paper/spreadsheet reservations for labs, lecture halls, and specialized equipment.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Unresolved Maintenance Deficits: Broken projectors and faulty equipment lack structured reporting, tracking, and priority triage.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Full-Stack Solution: Built an asynchronous FastAPI application paired with a modern React SPA interface to manage facility booking and maintenance lifecycles.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Technology Stack Breakdown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Backend: Python 3.12, FastAPI, SQLAlchemy (Async/Sync), Alembic Migrations, Pydantic v2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Frontend: React 18, Vite, TypeScript, Lucide Icons, Recharts Analytics, Nginx Reverse Proxy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Database: PostgreSQL 16 with persistent volume and schema version control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Cloud &amp; Infra: Terraform 1.5+, AWS VPC (ap-south-1), Amazon EKS 1.30 Managed Node Groups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Orchestration: Kubernetes, Helm 3, Ingress-Nginx, Horizontal Pod Autoscaler (HPA)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GitOps &amp; SRE: ArgoCD, Prometheus Operator, ServiceMonitor, Grafana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2. Testing, Code Quality &amp; Database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Deterministic, Isolated Testing Strategy (29 Test Cases - 100% Passing)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Comprehensive Pytest Suite: 29 automated test cases covering /health, /ready, /metrics, CRUD operations for Resources, Reservations, Maintenance, and Dashboard stats.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Strict Overlap Validation: Rigorous validation prevents double-booking of any facility. End times must strictly follow start times, returning 409 Conflict on collision.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Isolated Test Harness: Utilizes SQLite in-memory fixtures (aiosqlite) with session overrides. Zero dependency on AWS or active production databases during test runs.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Database Migrations via Alembic: Declarative schema revisions (0001_initial_schema.py) ensure reproducible table generation across dev, test, and production environments.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Code Quality &amp; Linting: Ruff linter integration enforces PEP8 compliance, import ordering, and type integrity across all service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3. Container Architecture &amp; Trivy Vulnerability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Multi-Stage Slim Builds &amp; Automated Security Scanning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🛡 Backend Containerization: Multi-stage Python 3.12-slim build. C-extensions compiled in builder stage and stripped in final image. Runs as non-root user 'appuser' (UID 1001).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🛡 Frontend Containerization: Two-stage Node 20 alpine compilation to production static bundle, served by 'nginxinc/nginx-unprivileged:1.27-alpine' (UID 101) on port 8080.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🛡 Trivy Vulnerability Scanning: Automated Aqua Security Trivy scan embedded directly in CI/CD pipeline with strict security gate: --severity HIGH,CRITICAL --exit-code 1.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🛡 Safe Migration Lifecycle: Alembic migrations executed via dedicated one-shot service in Docker Compose / Kubernetes job to prevent multi-replica startup race conditions.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🛡 Immutable SHA Tagging: Images published to GitHub Container Registry (GHCR) with immutable Git commit SHAs, guaranteeing traceability from source commit to production container.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4. Infrastructure as Code: AWS VPC &amp; Amazon 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Modular, Cost-Conscious Cloud Infrastructure (ap-south-1 Mumbai)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☁ Dedicated VPC Architecture: VPC CIDR 10.0.0.0/16 with DNS hostnames and resolution enabled. 2 public subnets (10.0.1.0/24, 10.0.2.0/24) and 2 private subnets (10.0.11.0/24, 10.0.12.0/24).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☁ Gateway &amp; Routing Configuration: Internet Gateway attached for public ingress; Elastic IP with NAT Gateway handles secure private worker node internet egress.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☁ Amazon EKS 1.30 Control Plane: Managed Kubernetes control plane spanning public and private endpoints with AmazonEKSClusterPolicy IAM roles.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☁ Managed Worker Node Group: Cost-conscious 2x t3.medium EC2 instances with autoscaling bounds (1 min, 4 max), attached to private subnets with least-privilege IAM policies.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☁ OIDC Identity Provider (IRSA): IAM Roles for Service Accounts configured via TLS thumbprint, enabling pods to access AWS services securely without long-lived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5. Kubernetes Workloads, Helm Packaging &amp; HPA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Production-Ready Helm Chart Architecture (campus-resource-hub)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☸ High Availability Deployments: 2 replicas each for Frontend and Backend in production (values.yaml), with a lightweight 1-replica profile for local dev (values-dev.yaml).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☸ Ingress-Nginx Routing: Single unified ingress resource routing '/' traffic to Frontend SPA and '/api' + '/metrics' directly to Backend service on port 8000.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☸ Horizontal Pod Autoscaler (HPA): Autoscales backend pods between 2 and 6 replicas when CPU utilization exceeds 70%, with stabilization windows preventing thrashing.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☸ Liveness &amp; Readiness Probes: Strict HTTP probes (/healthz on frontend, /health and /ready DB probe on backend) ensure zero-downtime rolling updates.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☸ Stateful Persistence: PostgreSQL deployed with dedicated PersistentVolumeClaim (5Gi) ensuring transactional data survives pod restarts.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6. Continuous Delivery: The ArgoCD GitOps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Declarative, Automated GitOps Workflow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🔄 Git as Single Source of Truth: Repository at https://github.com/RohanSingh0208/DevOps-Project holds all manifests, Helm templates, and environment values.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🔄 Automated CI Pipeline Trigger: GitHub Actions tests code, builds images, scans with Trivy, publishes to GHCR, and commits updated image SHA back to values.yaml.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🔄 ArgoCD Reconciliation Loop: In-cluster ArgoCD controller continuously polls the repository, detecting differences between desired Git state and live cluster state.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🔄 Self-Healing &amp; Auto-Sync: ArgoCD automatically remediates configuration drift: manual changes made to cluster resources are immediately overwritten by Git truth.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🔄 Auditability &amp; Instant Rollback: Every deployment is bound to an exact Git commit. Rolling back production requires nothing more than 'git revert'.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DEVSECOPS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7. Observability (Prometheus/Grafana) &amp;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Full Stack Observability &amp; Real-World Diagnostic Defense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📊 Prometheus Operator &amp; ServiceMonitor: FastAPI instrumentator automatically exposes RED metrics at /metrics. ServiceMonitor scrapes backend pods every 15 seconds.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📊 Production Grafana Dashboard: Custom dashboard monitoring Request Rates, p95 Latency, 4xx/5xx Error Rates, Pod CPU/Memory, and Ready Replica counts.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📊 Lab Scenario 1: ImagePullBackOff: Deliberately broken image tag manifest diagnosed via 'kubectl describe pod' and events, demonstrating image registry troubleshooting.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📊 Lab Scenario 2: Service Selector Mismatch: Deliberately mismatched selector resulting in empty endpoints (&lt;none&gt;), diagnosed via 'kubectl get endpoints' and repaired with kubectl patch.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📊 Key Engineering Takeaways: DevSecOps is not just tools; it is the discipline of automated security gates, reproducible infrastructure, and observability-driven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